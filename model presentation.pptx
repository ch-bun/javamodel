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88499" autoAdjust="0"/>
  </p:normalViewPr>
  <p:slideViewPr>
    <p:cSldViewPr snapToGrid="0">
      <p:cViewPr varScale="1">
        <p:scale>
          <a:sx n="74" d="100"/>
          <a:sy n="74" d="100"/>
        </p:scale>
        <p:origin x="1027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D47C5-DBB3-55D2-7E8E-1E7AC1532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3547F-A61B-8597-A442-65C40DDB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2EAB0-6F7B-C6A4-382B-879C84BBC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C28F-C82D-4FBC-BE71-F8345C36B58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640FC-672B-B1E0-4C3E-641CEE63D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BBF78-F183-5920-6B9E-8472B4198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FD91-1F40-42EB-97C7-265DB59487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142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88408-E81D-A77E-2BE9-05B2A0DD7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557E0-F82F-5C3A-C88E-6165DF0AE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6B898-9071-AD88-B8B5-29AAE1865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C28F-C82D-4FBC-BE71-F8345C36B58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4BEF6-26DB-84AB-5E84-D1FA9D1DE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916D6-07DC-FDFF-BC0D-06225566C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FD91-1F40-42EB-97C7-265DB59487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9270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EC487-59A6-BDFF-92AA-0A4D8A0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BA96A-F529-9EAB-8531-A9451F090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57639-5994-3713-8853-E2E25ADB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C28F-C82D-4FBC-BE71-F8345C36B58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7DBE9-9861-2370-FF39-070276C4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95A2E-ED50-D3BA-4CBA-A911BB59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FD91-1F40-42EB-97C7-265DB59487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036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31D79-A4DF-CF1B-863A-76A5E1515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2356D-0F6F-85D3-97A4-2D6B462BAC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74AA12-03FC-75D8-FC82-A5056B5A7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FA486-A997-9B29-5659-3828EA810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C28F-C82D-4FBC-BE71-F8345C36B58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A2868-6E3B-EE9A-2FAA-25C2002EF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286663-F07C-37DD-DFE3-E00850CB4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FD91-1F40-42EB-97C7-265DB59487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46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E50CF-993A-E6BD-1F7D-B9091BD72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8E536-DA92-B021-16EA-2DA5BB4C2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F2628-AB5D-B3B7-4135-21D2598D6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2E62A-FA03-67BC-3492-C9423E58A8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4C7AC-0275-23E4-99A0-F2602FAEB0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D042D7-C637-290E-DE1E-769A3B1DA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C28F-C82D-4FBC-BE71-F8345C36B58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326A6B-AC53-A9AB-ADD7-DD6AA59C5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6328F6-A27C-05F3-FE5C-207ADF4F2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FD91-1F40-42EB-97C7-265DB59487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17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7A3F-A365-6D43-056C-BB58507DA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619C97-B5AC-5F52-6BFA-D7C159AAF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C28F-C82D-4FBC-BE71-F8345C36B58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B001A8-FC7A-39BB-0022-A4A0AACED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E0446-77AF-668D-9F01-E130EC482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FD91-1F40-42EB-97C7-265DB59487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026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D4B560-5459-F320-79E8-5E94E37D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C28F-C82D-4FBC-BE71-F8345C36B58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114093-A10B-1B1B-E733-31009048E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6F00B-5795-6B9D-1B2D-54515D0F8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FD91-1F40-42EB-97C7-265DB59487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797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34DBC-D741-22E5-2504-4747F72E9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58F90-F73E-252F-1E0B-042E6B7BB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423CC1-59DC-6AA0-992A-058F708BE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823B9-975B-3752-4B97-10AFF980D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C28F-C82D-4FBC-BE71-F8345C36B58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CE607-23C2-A827-25D5-B03EF9522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CCFE9-D4AA-5265-69F4-08D1F3D9A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FD91-1F40-42EB-97C7-265DB59487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3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C8555-128F-E4D0-6A24-230DEF12A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1E4CE7-C2AE-18B6-FB54-9C70D0977F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C8F34-2EDE-DF92-3CB4-57BB95268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79EE8-0159-B387-AFCB-A7A30B417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C28F-C82D-4FBC-BE71-F8345C36B58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7600D-D065-9677-A55E-7E955268B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026C2-803F-2170-2056-D4A96B81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FD91-1F40-42EB-97C7-265DB59487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2261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1562A-1151-514A-9AAD-0BDA07F5C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40DB7-6CC3-B637-3E1C-8D7CF4A63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84BC0-FFB6-CAB2-2FAE-A05EB01F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C28F-C82D-4FBC-BE71-F8345C36B58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4808D-E6FA-0554-D31F-1DA484D30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CF197-EA60-6BA9-CC38-F48C4332C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FD91-1F40-42EB-97C7-265DB59487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962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42C67D-5D36-DE26-25FB-EEB93982A9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4B970-5BC6-5209-637D-4F9DA73FC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56154-A15A-2AC4-1302-06158E69A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C28F-C82D-4FBC-BE71-F8345C36B58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70D8-AA57-1177-D8B8-D6C6DD12D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0CD42-CB2A-0384-FD85-BD339D1A6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FD91-1F40-42EB-97C7-265DB59487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99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C825E9-36C6-4C1B-AB97-0FBA6F482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0C7B3-6ED3-0504-3598-D6C87D8DE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D82DA-AD62-BB3C-8AD3-DE2FB3C97C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AC28F-C82D-4FBC-BE71-F8345C36B585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57081-F492-40B3-23FD-E4E0D035AE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DB196-A8B0-D583-1BFB-3B412CD9A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9FD91-1F40-42EB-97C7-265DB59487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489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6129-20BA-8646-EEE6-6D0A02BB25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Modelling G X E interactions in the Glanville </a:t>
            </a:r>
            <a:r>
              <a:rPr lang="en-GB" dirty="0" err="1"/>
              <a:t>Fratillary</a:t>
            </a:r>
            <a:r>
              <a:rPr lang="en-GB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A5B071-32B4-545F-5676-155278F483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9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>
            <a:extLst>
              <a:ext uri="{FF2B5EF4-FFF2-40B4-BE49-F238E27FC236}">
                <a16:creationId xmlns:a16="http://schemas.microsoft.com/office/drawing/2014/main" id="{618AB403-8C41-9FE3-FB3E-E2481F2D5165}"/>
              </a:ext>
            </a:extLst>
          </p:cNvPr>
          <p:cNvSpPr/>
          <p:nvPr/>
        </p:nvSpPr>
        <p:spPr>
          <a:xfrm>
            <a:off x="3509514" y="1442823"/>
            <a:ext cx="3873260" cy="373737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Lifecycle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6471CD-3DF0-BA9B-DB02-64C698CCFDF8}"/>
              </a:ext>
            </a:extLst>
          </p:cNvPr>
          <p:cNvSpPr txBox="1"/>
          <p:nvPr/>
        </p:nvSpPr>
        <p:spPr>
          <a:xfrm>
            <a:off x="4475672" y="1328322"/>
            <a:ext cx="2907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Mating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1833C2-8593-8A05-023C-1CC185AFA6AA}"/>
              </a:ext>
            </a:extLst>
          </p:cNvPr>
          <p:cNvSpPr txBox="1"/>
          <p:nvPr/>
        </p:nvSpPr>
        <p:spPr>
          <a:xfrm>
            <a:off x="3656883" y="837469"/>
            <a:ext cx="5092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/>
                </a:solidFill>
              </a:rPr>
              <a:t>Promiscuity	  Polygyny 	Monogamy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AB5953-E7CF-1F81-60DA-61463E68AF23}"/>
              </a:ext>
            </a:extLst>
          </p:cNvPr>
          <p:cNvSpPr txBox="1"/>
          <p:nvPr/>
        </p:nvSpPr>
        <p:spPr>
          <a:xfrm>
            <a:off x="6666784" y="2116753"/>
            <a:ext cx="2907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Birth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13E21E-9F76-9350-4391-11670294F379}"/>
              </a:ext>
            </a:extLst>
          </p:cNvPr>
          <p:cNvSpPr txBox="1"/>
          <p:nvPr/>
        </p:nvSpPr>
        <p:spPr>
          <a:xfrm>
            <a:off x="6590581" y="4022436"/>
            <a:ext cx="2907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Dispersal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44EDF0-28F4-0123-FB09-CDB66C4C1454}"/>
              </a:ext>
            </a:extLst>
          </p:cNvPr>
          <p:cNvSpPr txBox="1"/>
          <p:nvPr/>
        </p:nvSpPr>
        <p:spPr>
          <a:xfrm>
            <a:off x="3759682" y="4620174"/>
            <a:ext cx="2907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4">
                    <a:lumMod val="75000"/>
                  </a:schemeClr>
                </a:solidFill>
              </a:rPr>
              <a:t>Selection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D68A05-E35D-35A7-3D33-7DE28E50A861}"/>
              </a:ext>
            </a:extLst>
          </p:cNvPr>
          <p:cNvSpPr txBox="1"/>
          <p:nvPr/>
        </p:nvSpPr>
        <p:spPr>
          <a:xfrm>
            <a:off x="7703389" y="3881510"/>
            <a:ext cx="21134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2">
                    <a:lumMod val="75000"/>
                  </a:schemeClr>
                </a:solidFill>
              </a:rPr>
              <a:t>Stage and sex specific</a:t>
            </a:r>
          </a:p>
          <a:p>
            <a:endParaRPr lang="en-GB" sz="14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GB" sz="1400" dirty="0">
                <a:solidFill>
                  <a:schemeClr val="accent2">
                    <a:lumMod val="75000"/>
                  </a:schemeClr>
                </a:solidFill>
              </a:rPr>
              <a:t>Density dependent</a:t>
            </a:r>
          </a:p>
          <a:p>
            <a:endParaRPr lang="en-GB" sz="14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GB" sz="1400" dirty="0">
                <a:solidFill>
                  <a:schemeClr val="accent2">
                    <a:lumMod val="75000"/>
                  </a:schemeClr>
                </a:solidFill>
              </a:rPr>
              <a:t>Evolving</a:t>
            </a:r>
          </a:p>
          <a:p>
            <a:endParaRPr lang="en-GB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7CFB6E-C7DF-B830-F355-9AD1DBEB8A03}"/>
              </a:ext>
            </a:extLst>
          </p:cNvPr>
          <p:cNvSpPr txBox="1"/>
          <p:nvPr/>
        </p:nvSpPr>
        <p:spPr>
          <a:xfrm>
            <a:off x="3296012" y="2865689"/>
            <a:ext cx="2907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660066"/>
                </a:solidFill>
              </a:rPr>
              <a:t>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6F1043-FB20-F69D-37E4-F170E8C8C228}"/>
              </a:ext>
            </a:extLst>
          </p:cNvPr>
          <p:cNvSpPr txBox="1"/>
          <p:nvPr/>
        </p:nvSpPr>
        <p:spPr>
          <a:xfrm>
            <a:off x="1491639" y="4570902"/>
            <a:ext cx="22680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4">
                    <a:lumMod val="75000"/>
                  </a:schemeClr>
                </a:solidFill>
              </a:rPr>
              <a:t>Deleterious mutations</a:t>
            </a:r>
          </a:p>
          <a:p>
            <a:endParaRPr lang="en-GB" sz="14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GB" sz="1400" dirty="0">
                <a:solidFill>
                  <a:schemeClr val="accent4">
                    <a:lumMod val="75000"/>
                  </a:schemeClr>
                </a:solidFill>
              </a:rPr>
              <a:t>Beneficial mutations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641689-1031-2BDC-FD1A-711CF609F493}"/>
              </a:ext>
            </a:extLst>
          </p:cNvPr>
          <p:cNvSpPr txBox="1"/>
          <p:nvPr/>
        </p:nvSpPr>
        <p:spPr>
          <a:xfrm>
            <a:off x="1213452" y="2927244"/>
            <a:ext cx="1975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660066"/>
                </a:solidFill>
              </a:rPr>
              <a:t>Overlapping generations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12C4B2-EBBD-0BC4-1197-BD46E658CD47}"/>
              </a:ext>
            </a:extLst>
          </p:cNvPr>
          <p:cNvSpPr txBox="1"/>
          <p:nvPr/>
        </p:nvSpPr>
        <p:spPr>
          <a:xfrm>
            <a:off x="9970688" y="4017344"/>
            <a:ext cx="60945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2">
                    <a:lumMod val="75000"/>
                  </a:schemeClr>
                </a:solidFill>
              </a:rPr>
              <a:t>Dispersal kernel 	</a:t>
            </a:r>
          </a:p>
          <a:p>
            <a:endParaRPr lang="en-GB" sz="14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GB" sz="1400" dirty="0">
                <a:solidFill>
                  <a:schemeClr val="accent2">
                    <a:lumMod val="75000"/>
                  </a:schemeClr>
                </a:solidFill>
              </a:rPr>
              <a:t>SMS</a:t>
            </a:r>
          </a:p>
        </p:txBody>
      </p:sp>
    </p:spTree>
    <p:extLst>
      <p:ext uri="{BB962C8B-B14F-4D97-AF65-F5344CB8AC3E}">
        <p14:creationId xmlns:p14="http://schemas.microsoft.com/office/powerpoint/2010/main" val="4135283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7CC7A-12E5-DBD1-421E-455683E0B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734" y="234496"/>
            <a:ext cx="10515600" cy="1325563"/>
          </a:xfrm>
        </p:spPr>
        <p:txBody>
          <a:bodyPr/>
          <a:lstStyle/>
          <a:p>
            <a:r>
              <a:rPr lang="en-GB" dirty="0"/>
              <a:t>Genetics modelling progress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EB481A-08CD-034A-F052-C534BA5BF832}"/>
              </a:ext>
            </a:extLst>
          </p:cNvPr>
          <p:cNvSpPr txBox="1"/>
          <p:nvPr/>
        </p:nvSpPr>
        <p:spPr>
          <a:xfrm>
            <a:off x="2140299" y="2471895"/>
            <a:ext cx="5606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hds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0276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C8AE7-0E88-F580-9838-5485C6101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Disturbance and the DFE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E74D9-242A-5197-3C73-C1484CFB0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9402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46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Modelling G X E interactions in the Glanville Fratillary </vt:lpstr>
      <vt:lpstr>PowerPoint Presentation</vt:lpstr>
      <vt:lpstr>Genetics modelling progress</vt:lpstr>
      <vt:lpstr>Disturbance and the DFE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Roslyn Henry</dc:creator>
  <cp:lastModifiedBy>Roslyn Henry</cp:lastModifiedBy>
  <cp:revision>5</cp:revision>
  <dcterms:created xsi:type="dcterms:W3CDTF">2022-10-13T10:44:24Z</dcterms:created>
  <dcterms:modified xsi:type="dcterms:W3CDTF">2022-10-13T15:25:24Z</dcterms:modified>
</cp:coreProperties>
</file>