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68" d="100"/>
          <a:sy n="68" d="100"/>
        </p:scale>
        <p:origin x="34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37BC-D1E4-0D56-E62E-46978C4F4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6B869-2B97-5661-375E-AF811EF3A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E5155-4BEC-05EC-920B-5AA1B219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8D1F7-FBAD-D779-4B82-78F12EC9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F8E71-ED12-13DE-E1C7-BCE82DBD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5CD3-1982-99E2-BF79-EA46607B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A74FD-A3AD-AB56-D213-D3244C80C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263E8-A055-C994-38C2-B1256A2A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4B0B3-08A9-1D91-7323-8FB2F52C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0BFA0-4C68-A0AC-0E45-A18FE35F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264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4A33-65E0-679A-7663-1829D0BB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53411-D14B-63F2-1E70-504474D99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E6030-E920-25AA-4819-A6261E8A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1F7C7-80BB-EAC7-AB4C-F041CC27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7767B-C99B-2462-9A23-DEF7295E5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65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0B889-3CA0-5172-9B27-B3AEC545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3B68-A227-1101-8CDB-4A05B6F3B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EC9DF-F6F4-B5D4-F8A9-0338793A9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E27A0-ACF6-D4CA-50B2-F3BE7564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10DF8-1166-1E77-2677-3752ED7C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868CB-D8D9-ADF3-6A9B-CB66871C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9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7BA0-3886-5548-0385-F95B66C6B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6A1EC-A913-4498-F5DF-ED45744DC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B0A4B-DD9E-B050-BB30-5793B3207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4C174-E95A-5F2A-E115-A5ADD8C2F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02F02-6BDF-BCBD-C012-5B63C360F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28090-9532-33B3-22EF-D0BD42BE4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5CED2-391E-BC39-BB42-0D1D7360A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8007C-B8F6-D6D0-CF54-E32ADB37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46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B4DE-FB0E-7029-2954-52A80B0B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5C15E-0199-DFB6-9503-9E91BFA96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C6A6A-3FDF-2820-3432-07633393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EB199-EAEC-4880-D8BE-1C7ACC346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85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C639B-8B7F-E310-AB71-733F791A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B96800-727D-9666-379C-920DFEEB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5F4E8-ECE5-9E58-DA0B-03553D0C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63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4F38-92E8-28A9-3AA2-23939D27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118CD-5D3E-D0A2-7AD4-E6C6AD459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19F84-01C8-0567-8C80-7B2FB6E21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06D83-040E-9B7F-6868-DDED9AE0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E13D9-EF60-C2D7-AB19-E5BA1761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5469C-6477-F7FF-8F69-6F57AAEB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5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1C94-32AF-5E5D-995F-57F5835B7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5F6FC-DC4B-9A31-9620-B049FAA1B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3E7C3-6DD5-AE45-A09E-00E16E393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EDD69-26ED-EC13-BCD2-892ECBB7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758B8-B7F7-42AA-7987-26F56B11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73456-0F29-A913-EAC3-1287FA5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32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675D4-51C0-EA14-E2E8-56D505AB5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9260-2D2E-1278-D828-B2BB497A3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F3986-3120-1640-CAC0-D739A08C7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B7340-1EAE-B9C2-7F83-192F092D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A3077-E3F5-1F1B-5FC8-CCFE7343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08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F44BE-95B3-9B1F-098E-1CB7EEEF6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7BFB0-9829-46FB-D978-02FA7005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84214-D704-B27B-B226-C6CA94EF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B703F-63D3-1EDF-DA7A-C6EF58C2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FF9B0-FCC3-6D83-EC21-273863E1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218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53B8B-2763-1221-435B-783ADA3B4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318B9-E9D0-6B5A-276F-0AADA9042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E3C42-0BB0-1388-7A7B-442E7A798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02C5C-99EF-45AC-A8CE-828D8288FE89}" type="datetimeFigureOut">
              <a:rPr lang="en-GB" smtClean="0"/>
              <a:t>13/10/2022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0EF5-9164-C999-B268-BF7946C21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D5345-3173-4A89-1F34-FF35A45EA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ABC1F-855C-46BF-9EC4-5D835DC871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46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006E-318E-8994-E4DC-9A14FD0FE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4A60D-49CB-874E-8B02-BC31D054C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8C4F2-DC64-5310-FCC4-5CA2999BC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1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344F-ECBA-7558-ECB9-5CE398699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AC417-D3E2-CB1A-AE3C-B0BBBA6AC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Add neutral genetics to get homozygosity and structure across space</a:t>
            </a:r>
          </a:p>
          <a:p>
            <a:endParaRPr lang="en-GB" dirty="0"/>
          </a:p>
          <a:p>
            <a:r>
              <a:rPr lang="en-GB" dirty="0"/>
              <a:t>Screenshots of structure</a:t>
            </a:r>
          </a:p>
          <a:p>
            <a:endParaRPr lang="en-GB" dirty="0"/>
          </a:p>
          <a:p>
            <a:r>
              <a:rPr lang="en-GB" dirty="0"/>
              <a:t>How do we calculate Ne to scale x</a:t>
            </a:r>
          </a:p>
          <a:p>
            <a:endParaRPr lang="en-GB" dirty="0"/>
          </a:p>
          <a:p>
            <a:r>
              <a:rPr lang="en-GB" dirty="0"/>
              <a:t>What are we looking for here </a:t>
            </a:r>
          </a:p>
          <a:p>
            <a:endParaRPr lang="en-GB" dirty="0"/>
          </a:p>
          <a:p>
            <a:r>
              <a:rPr lang="en-GB" dirty="0"/>
              <a:t>Fixed </a:t>
            </a:r>
            <a:r>
              <a:rPr lang="en-GB"/>
              <a:t>and segregation DFE</a:t>
            </a:r>
          </a:p>
        </p:txBody>
      </p:sp>
    </p:spTree>
    <p:extLst>
      <p:ext uri="{BB962C8B-B14F-4D97-AF65-F5344CB8AC3E}">
        <p14:creationId xmlns:p14="http://schemas.microsoft.com/office/powerpoint/2010/main" val="3466146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31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Roslyn Henry</dc:creator>
  <cp:lastModifiedBy>Roslyn Henry</cp:lastModifiedBy>
  <cp:revision>2</cp:revision>
  <dcterms:created xsi:type="dcterms:W3CDTF">2022-10-13T14:09:36Z</dcterms:created>
  <dcterms:modified xsi:type="dcterms:W3CDTF">2022-10-13T16:22:05Z</dcterms:modified>
</cp:coreProperties>
</file>